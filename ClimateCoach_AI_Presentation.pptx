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9144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🌱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ClimateCoach AI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AI Agent for Nigerian Farmers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4572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 — April 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 Team 03  |  Olajumoke Morenikeji  &amp;  Titilayo Ayodele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📉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Access to Expert Advice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Nigerian farmers lack access to agronomists or agricultural extension workers, especially in rural areas.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7432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371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🌦️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2240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Weather Uncertainty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weather destroys crops. Farmers do not know when to plant, irrigate, or harvest.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7432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7432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3716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📵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63640" y="2240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Gap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farmers only have basic phones. Complex apps are useless but almost everyone uses WhatsApp.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ClimateCoach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WhatsApp chatbot that gives Nigerian farmers instant advice on crops, weather, and best farming practices in their own language.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1920240" cy="164592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3749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WhatsApp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3017520"/>
            <a:ext cx="1920240" cy="164592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14600" y="3749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in Pidgin and Local Languages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3017520"/>
            <a:ext cx="1920240" cy="164592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🌤️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3749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and Crop Advice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3017520"/>
            <a:ext cx="1920240" cy="164592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12280" y="37490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 Responses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280160"/>
            <a:ext cx="685800" cy="6858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" y="20574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6974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Farmer Sends Message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32918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sends a WhatsApp message asking about crops, weather or farming advice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404872" y="118872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44952" y="1280160"/>
            <a:ext cx="685800" cy="6858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4952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04872" y="20574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96312" y="26974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Webhook Captures 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96312" y="32918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receives the message and sends it to n8n via webhook in real-time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25112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581144" y="118872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21224" y="1280160"/>
            <a:ext cx="685800" cy="6858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21224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81144" y="20574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672584" y="26974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Processes Request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72584" y="32918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(Llama 3.1) powered by ClimateCoach system prompt generates a response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01384" y="2468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757416" y="1188720"/>
            <a:ext cx="19659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97496" y="1280160"/>
            <a:ext cx="685800" cy="6858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97496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57416" y="20574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48856" y="269748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Farmer Gets Reply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48856" y="329184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is sent back to farmer on WhatsApp in their own language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88720"/>
            <a:ext cx="7315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60320" y="1234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12344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entire pipeline — receives webhooks, calls AI, sends replies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859536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148840"/>
            <a:ext cx="7315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94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Twilio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194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Gateway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21945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and sends WhatsApp messages via sandbox 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859536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3108960"/>
            <a:ext cx="7315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54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 + Llama 3.1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3154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3154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LLM that powers ClimateCoach responses in multiple languages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069080"/>
            <a:ext cx="8595360" cy="8229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4069080"/>
            <a:ext cx="73152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14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Webhook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60320" y="4114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Trigger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41148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fires the workflow when a farmer sends a message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MVP DEMO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256032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08960" y="11887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Use Case Demonstrated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108960" y="182880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10896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20440" y="17830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sends WhatsApp message in Pidgin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08960" y="233172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0896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520440" y="22860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responds instantly in same language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108960" y="283464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0896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20440" y="27889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recommendations based on season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108960" y="333756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0896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20440" y="32918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location to give precise advice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108960" y="384048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10896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520440" y="37947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follow-up questions in conversation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108960" y="4343400"/>
            <a:ext cx="274320" cy="2743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0896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520440" y="4297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 needed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463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36M+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Smallholder farmers in Nigeria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463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188720"/>
            <a:ext cx="256032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8328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penetration in Nigeria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1463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188720"/>
            <a:ext cx="256032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available, no internet app needed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Roadmap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" y="342900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  Integrate live weather API for real-time forecasts per location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Add voice message support for farmers who cannot type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Crop disease detection via image recognition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Expand to Yoruba, Hausa, Igbo language support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3657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🌱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ClimateCoach AI — Empowering Nigerian Farmers, One WhatsApp Message at a Time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Evergreen Team 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Olajumoke Morenikeji  |  Titilayo Ayodele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Groq + Llama 3.1 + Twilio + n8n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ClimateCoach AI</dc:title>
  <dc:subject>PptxGenJS Presentation</dc:subject>
  <dc:creator>PptxGenJS</dc:creator>
  <cp:lastModifiedBy>PptxGenJS</cp:lastModifiedBy>
  <cp:revision>1</cp:revision>
  <dcterms:created xsi:type="dcterms:W3CDTF">2026-04-12T08:25:30Z</dcterms:created>
  <dcterms:modified xsi:type="dcterms:W3CDTF">2026-04-12T08:25:30Z</dcterms:modified>
</cp:coreProperties>
</file>